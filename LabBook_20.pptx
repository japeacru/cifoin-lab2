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289" r:id="rId3"/>
    <p:sldId id="295" r:id="rId4"/>
    <p:sldId id="304" r:id="rId5"/>
    <p:sldId id="302" r:id="rId6"/>
    <p:sldId id="303" r:id="rId7"/>
    <p:sldId id="291" r:id="rId8"/>
    <p:sldId id="296" r:id="rId9"/>
    <p:sldId id="293" r:id="rId10"/>
    <p:sldId id="294" r:id="rId11"/>
    <p:sldId id="299" r:id="rId12"/>
    <p:sldId id="300" r:id="rId13"/>
    <p:sldId id="301" r:id="rId14"/>
    <p:sldId id="290" r:id="rId15"/>
    <p:sldId id="297" r:id="rId16"/>
    <p:sldId id="292" r:id="rId17"/>
    <p:sldId id="298" r:id="rId18"/>
    <p:sldId id="288" r:id="rId1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63" d="100"/>
          <a:sy n="63" d="100"/>
        </p:scale>
        <p:origin x="1108" y="5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579646"/>
          </a:xfrm>
          <a:prstGeom prst="rect">
            <a:avLst/>
          </a:prstGeom>
        </p:spPr>
        <p:txBody>
          <a:bodyPr vert="horz" wrap="square" lIns="0" tIns="12700" rIns="0" bIns="0" rtlCol="0">
            <a:spAutoFit/>
          </a:bodyPr>
          <a:lstStyle/>
          <a:p>
            <a:pPr marL="12700">
              <a:lnSpc>
                <a:spcPct val="100000"/>
              </a:lnSpc>
              <a:spcBef>
                <a:spcPts val="100"/>
              </a:spcBef>
            </a:pPr>
            <a:r>
              <a:rPr lang="pt-BR" spc="165" dirty="0" err="1">
                <a:latin typeface="Arial"/>
                <a:cs typeface="Arial"/>
              </a:rPr>
              <a:t>Student</a:t>
            </a:r>
            <a:r>
              <a:rPr lang="pt-BR" spc="165" dirty="0">
                <a:latin typeface="Arial"/>
                <a:cs typeface="Arial"/>
              </a:rPr>
              <a:t>: José Alberto Peña Cruz, Pablo de Manuel Vicente</a:t>
            </a:r>
          </a:p>
          <a:p>
            <a:pPr marL="12700">
              <a:lnSpc>
                <a:spcPct val="100000"/>
              </a:lnSpc>
              <a:spcBef>
                <a:spcPts val="100"/>
              </a:spcBef>
            </a:pPr>
            <a:r>
              <a:rPr lang="pt-BR" spc="165" dirty="0" err="1">
                <a:latin typeface="Arial"/>
                <a:cs typeface="Arial"/>
              </a:rPr>
              <a:t>Group</a:t>
            </a:r>
            <a:r>
              <a:rPr lang="pt-BR" spc="165" dirty="0">
                <a:latin typeface="Arial"/>
                <a:cs typeface="Arial"/>
              </a:rPr>
              <a:t>: B1 </a:t>
            </a:r>
            <a:endParaRPr lang="pt-BR"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a:t>
            </a:r>
            <a:r>
              <a:rPr lang="en-US" sz="1200">
                <a:latin typeface="Arial" panose="020B0604020202020204" pitchFamily="34" charset="0"/>
                <a:cs typeface="Arial" panose="020B0604020202020204" pitchFamily="34" charset="0"/>
              </a:rPr>
              <a:t>of different modes, </a:t>
            </a:r>
            <a:r>
              <a:rPr lang="en-US" sz="1200" dirty="0">
                <a:latin typeface="Arial" panose="020B0604020202020204" pitchFamily="34" charset="0"/>
                <a:cs typeface="Arial" panose="020B0604020202020204" pitchFamily="34" charset="0"/>
              </a:rPr>
              <a:t>comparison between </a:t>
            </a:r>
            <a:r>
              <a:rPr lang="en-US" sz="1200">
                <a:latin typeface="Arial" panose="020B0604020202020204" pitchFamily="34" charset="0"/>
                <a:cs typeface="Arial" panose="020B0604020202020204" pitchFamily="34" charset="0"/>
              </a:rPr>
              <a:t>different polarizations…)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858</TotalTime>
  <Words>1216</Words>
  <Application>Microsoft Office PowerPoint</Application>
  <PresentationFormat>Panorámica</PresentationFormat>
  <Paragraphs>229</Paragraphs>
  <Slides>18</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Pablo de Manuel Y Vicente</cp:lastModifiedBy>
  <cp:revision>14</cp:revision>
  <dcterms:created xsi:type="dcterms:W3CDTF">2025-01-27T02:46:57Z</dcterms:created>
  <dcterms:modified xsi:type="dcterms:W3CDTF">2026-03-12T16:12:03Z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